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9" r:id="rId6"/>
    <p:sldId id="257" r:id="rId7"/>
    <p:sldId id="270" r:id="rId8"/>
    <p:sldId id="271" r:id="rId9"/>
    <p:sldId id="272" r:id="rId10"/>
    <p:sldId id="273" r:id="rId11"/>
    <p:sldId id="274" r:id="rId12"/>
    <p:sldId id="277" r:id="rId13"/>
    <p:sldId id="278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4" d="100"/>
          <a:sy n="94" d="100"/>
        </p:scale>
        <p:origin x="-1284" y="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Temporal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Modelling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for Early Escalation Detection of Depression from Social Media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Ananya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Bhanjana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(2210990110)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Mishika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(2210990578)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</a:t>
            </a:r>
            <a:r>
              <a:rPr lang="en-US" sz="2000" spc="-1" dirty="0" err="1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Rajat</a:t>
            </a:r>
            <a:r>
              <a:rPr lang="en-US" sz="20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 err="1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Takkar</a:t>
            </a:r>
            <a:endParaRPr lang="en-US" sz="2000" spc="-1" dirty="0" smtClean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Introduction — Background &amp; motivation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Problem Statement — Challenges in depression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Literature Review — Evolution of methods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Research Gap — Limitations in existing approaches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Proposed Methodology — Temporal deep learning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Conclusion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— Key findings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Future Work and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Social media platforms provide continuous behavioral footprints of users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Depression is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gradual process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often missed by static classification models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Traditional methods → classify users as “depressed / not depressed” using single posts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ignores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temporal changes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sentiment, posting frequency, and word usage.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Our approach: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Temporal Deep Learning (LSTM)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detect early escalation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Goal: Enable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timely interventions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before full crisis develops.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01720" y="1109741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Static classifiers (Logistic Regression, SVM, Random Forest):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Ignore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longitudinal changes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Fail to capture subtle escalation patterns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Depression develops gradually → single-point predictions miss early signals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Social media data challenges:</a:t>
            </a:r>
          </a:p>
          <a:p>
            <a:pPr lvl="1"/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Noise &amp; heterogeneity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(slang, informal language).</a:t>
            </a:r>
          </a:p>
          <a:p>
            <a:pPr lvl="1"/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Privacy &amp; ethical concerns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Need: A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temporal framework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that models sequential dependencies in user activity.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Early methods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Sentiment analysis + handcrafted features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Classical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ML (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LogReg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SVM, RF): good for static classification, weak for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temporal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shifts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Deep learning evolution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RNNs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LSTMs,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BiLSTMs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→ capture sequential dependencies.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Attention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mechanisms → highlight critical parts of sequences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Transformers (BERT,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RoBERTa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DistilBERT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State-of-the-art contextual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Fine-tuned on social media → high accuracy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Large Language Models (GPT, LLaMA2)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Achieve ~96% accuracy when fine-tuned.</a:t>
            </a:r>
          </a:p>
          <a:p>
            <a:pPr lvl="2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Provide medically informed explanations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Multimodal approaches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Text + audio/video + metadata → richer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detection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Static models fail to capture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behavioral evolution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Limited exploration of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temporal modeling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early detection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Few multimodal approaches integrating text + behavioral metadata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Lack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(black-box deep learning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Ethical concerns: privacy, consent, bias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Our research: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Temporal LSTM framework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→ sensitive to behavioral changes, optimized for early escalation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Dataset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Reddit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posts from mental health communities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Preprocessing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Noise removal (URLs,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emojis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Tokenization, normalization, padding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Feature Extraction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Sentiment polarity (positive/negative/neutral).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Posting frequency (abnormal intervals).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Lexical diversity (vocabulary richness).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Psychological word usage (LIWC dictionaries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Model Architecture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LSTM → captures sequential dependencies in user activity.</a:t>
            </a:r>
          </a:p>
          <a:p>
            <a:pPr lvl="1"/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BiLSTM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→ considers both past and future context.</a:t>
            </a:r>
          </a:p>
          <a:p>
            <a:pPr lvl="1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Attention → highlights critical signals (e.g., sudden sentiment drops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Comparison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Baseline ML classifiers vs. temporal deep learning.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Evaluation Metrics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Accuracy, Precision, Recall, F1-score.</a:t>
            </a:r>
          </a:p>
          <a:p>
            <a:pPr marL="800100" lvl="1" indent="-342900">
              <a:buFont typeface="Arial" pitchFamily="34" charset="0"/>
              <a:buChar char="•"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temporal deep learning framework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detects early escalation of depression.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Outperforms static classifiers by modeling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longitudinal behavioral changes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Enables proactive mental health interventions.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Validates importance of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temporal modeling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social media-based mental health research.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Build larger, clinically validated longitudinal datasets.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Integrate multimodal signals (text + audio + video + metadata).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Use transformer-based temporal models (e.g., BERT + LSTM hybrids).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Improve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XAI tools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(SHAP, Grad-CAM, attention visualization).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Address ethical concerns: privacy, bias, fairness.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Explore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real-time monitoring systems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for early intervention.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49D748-83C8-68ED-9DC8-83AC9524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CD93927-42C3-0368-D9BA-1C30E96E3A5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04979" y="2479973"/>
            <a:ext cx="8297153" cy="2493347"/>
          </a:xfrm>
        </p:spPr>
        <p:txBody>
          <a:bodyPr/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[1] M. De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Choudhury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M.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Gamon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S. Counts, and E. Horvitz, "Predicting depression via social media," in Proceedings of the International AAAI Conference on Web and Social Media, vol. 7, no. 1, pp. 128–137, 2013.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[2] G. Coppersmith, M.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Dredze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and C. Harman, "Quantifying mental health signals in Twitter," in Proceedings of the Workshop on Computational Linguistics and Clinical Psychology: From Linguistic Signal to Clinical Reality, pp. 51–60, 2014.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[3] A. Yates, A. Cohan, and N.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Goharian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"Depression and self-harm risk assessment in online forums," in Proceedings of the 2017 Conference on Empirical Methods in Natural Language Processing, pp. 2968–2978, 2017.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Orabi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D.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Mouheb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Z. Al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Aghbari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and I.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Kamel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"Deep learning for depression detection of Twitter users," in Proceedings of the Fifth International Conference on Social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Networks Analysis, Management and Security (SNAMS), pp. 88–93, 2018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[5]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T. Nguyen, D.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Phung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B. Dao, S.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Venkatesh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and M. Berk, "Affective and content analysis of online depression communities," IEEE Transactions on Affective Computing, vol. 5, no. 3, pp. 217–226, 2014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97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34736</TotalTime>
  <Words>785</Words>
  <Application>Microsoft Office PowerPoint</Application>
  <PresentationFormat>On-screen Show (4:3)</PresentationFormat>
  <Paragraphs>121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HP</cp:lastModifiedBy>
  <cp:revision>2306</cp:revision>
  <dcterms:created xsi:type="dcterms:W3CDTF">2010-04-09T07:36:15Z</dcterms:created>
  <dcterms:modified xsi:type="dcterms:W3CDTF">2026-05-05T12:03:10Z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